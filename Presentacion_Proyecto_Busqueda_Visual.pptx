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3A8A"/>
                </a:solidFill>
                <a:latin typeface="Arial"/>
              </a:defRPr>
            </a:pPr>
            <a:r>
              <a:t>TEST DE BÚSQUEDA VISUAL</a:t>
            </a:r>
          </a:p>
          <a:p>
            <a:pPr>
              <a:spcBef>
                <a:spcPts val="1200"/>
              </a:spcBef>
              <a:spcAft>
                <a:spcPts val="4000"/>
              </a:spcAft>
              <a:defRPr sz="2000">
                <a:solidFill>
                  <a:srgbClr val="0D9488"/>
                </a:solidFill>
                <a:latin typeface="Arial"/>
              </a:defRPr>
            </a:pPr>
            <a:r>
              <a:t>Eficiencia Cognitiva, Atención Selectiva y Carga Perceptiva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Proyecto PsicoLab UTN | Laboratorio de Psicofisiología Cognitiva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Fundamentos Teóricos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45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Teoría de la Integración de Características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Propuesta por Anne Treisman en 1980.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Explica cómo el cerebro procesa la información visual en dos etapas sucesivas.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Etapa Pre-atencional: El cerebro extrae automáticamente características básicas (color, forma, orientación) de forma paralela sin esfuerzo consciente.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Etapa de Atención Focalizada: Combina estas características para identificar objetos individuales. Requiere atención serial y esfuerzo activo.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El Paradigma de Búsqueda Visual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Consiste en localizar un estímulo objetivo (Target) en medio de distractores.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Permite estudiar los mecanismos de control de la atención.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Evalúa la capacidad de filtrar distractores irrelevantes.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Proporciona un indicador claro de la eficiencia perceptiva y velocidad de procesamiento del evaluado.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Condiciones de Búsqueda (Paradigma)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45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Búsqueda de Características (Feature)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El objetivo se diferencia por una sola característica (ej. buscar un círculo rojo entre círculos azules).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Efecto Pop-Out: El objetivo destaca instantáneamente.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Procesamiento en paralelo: Se analizan todos los elementos simultáneamente.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El tiempo de reacción se mantiene constante, independiente del número de distractores.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Búsqueda de Conjunción (Conjunction)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El objetivo comparte características con los distractores (ej. buscar círculo azul entre círculos rojos y cuadrados azules).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Requiere integrar forma y color de forma activa.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Procesamiento serial: El cerebro escanea elemento por elemento.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El tiempo de reacción aumenta linealmente a medida que se añaden más distractores.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Tipos de Estímulos en la Aplicación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45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Letras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Busca la letra 'Q' azul. Los distractores son letras 'O' azules y 'Q' rojas. Evalúa discriminación de forma y color.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Colores y Formas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Busca el círculo azul. Los distractores son círculos rojos y cuadrados azules. Típica prueba geométrica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Figuras de Dirección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Busca la flecha hacia arriba. Los distractores son flechas apuntando a otras direcciones. Evalúa la percepción de orientación.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Intruso Social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Busca globos con números incompletos camuflados. El fondo se vuelve blanco para mayor contraste. Mayor demanda atencional.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Tiempos y Dinámica del Ensayo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45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Fase 1</a:t>
            </a:r>
          </a:p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Cruz de Fijación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Una cruz '+' aparece en el centro durante 500 ms para centrar la mirada del participante.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Fase 2</a:t>
            </a:r>
          </a:p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Presentación (Taquistoscopio)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Los estímulos aparecen en pantalla y se ocultan automáticamente tras 1.8 segundos (1800 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Fase 3</a:t>
            </a:r>
          </a:p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Respuesta Rápida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El usuario responde con teclado: 'S' (Sí está el intruso) o 'N' (No está). Se graba el tiempo exacto en milisegundos.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Fase 4</a:t>
            </a:r>
          </a:p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Feedback Inmediato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Aparece un overlay visual de 'ACIERTO' o 'ERROR' durante 750 ms antes de pasar al siguiente ensayo.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Evaluación y Métricas de Rendimiento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45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Métricas Principales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Tiempo de Reacción (RT): Medido en milisegundos desde que aparecen los estímulos hasta la respuesta.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Precisión (Accuracy): Porcentaje de aciertos sobre el total de ensayos realizados.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Número de Errores: Registra respuestas incorrectas y omisiones (Timeouts).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Tamaños de Conjunto (Set Sizes): Las pruebas varían entre 10, 20 y 30 elementos (o 20, 40, 60 para el intruso social).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El Efecto de Pendiente (Slope)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Se calcula analizando cómo varía el RT a medida que aumenta el tamaño de elementos en pantalla.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Fórmula: Pendiente = (RT máximo - RT mínimo) / (Set Size máximo - Set Size mínimo).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Pendiente baja (≤ 8 ms/elem): Búsqueda en paralelo (eficiente). El número de distractores apenas afecta la velocidad.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Pendiente alta (&gt; 8 ms/elem): Búsqueda serial (secuencial). Indica fatiga, sobrecarga perceptiva o procesamiento ineficiente.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Interpretación y Diagnóstico Clínico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45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Tipos de Procesamiento Detectados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Búsqueda Paralela (Pop-Out): Pendiente ≤ 8 ms/elemento. Representa un excelente control atencional involuntario y filtrado eficaz de distractores.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Búsqueda Serial: Pendiente &gt; 8 ms/elemento. El cerebro escanea secuencialmente cada estímulo. Requiere alta carga atencional y fatiga cognitiva.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Utilidad e Impacto Académico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Evaluación de Déficit de Atención (TDAH): Pacientes con TDAH muestran pendientes inusualmente elevadas debido a fallos de filtrado.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Fatiga y Estrés Laboral: La fatiga cognitiva ralentiza el escaneo serial incrementando la pendiente y los errores.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Investigación en Psicología: Permite recopilar y exportar datos exactos para análisis correlacionales y de laboratorio.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Historial y Gestión de Reportes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45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Sesiones Individuales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Cada evaluación se guarda con un identificador único (Session ID), lo que evita la acumulación o mezcla de datos si varios participantes comparten el mismo código.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Gráficos Estadísticos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La aplicación genera gráficos de rendimiento clínico (Tiempos de Reacción vs. Tamaño de Conjunto) y demografía para un resumen visual rápido.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Exportación Excel (XLSX)</a:t>
            </a:r>
          </a:p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  <a:latin typeface="Arial"/>
              </a:defRPr>
            </a:pPr>
            <a:r>
              <a:t>Permite descargar el historial completo de participantes con sus métricas calculadas y detalles de respuesta por cada ensayo en un formato estructurado.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